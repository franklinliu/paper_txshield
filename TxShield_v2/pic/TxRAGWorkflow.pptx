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94670"/>
  </p:normalViewPr>
  <p:slideViewPr>
    <p:cSldViewPr snapToGrid="0">
      <p:cViewPr varScale="1">
        <p:scale>
          <a:sx n="152" d="100"/>
          <a:sy n="15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454B-E7F6-44F1-C5FD-96BC256CE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F2D83-00F9-17E4-5A51-FEADCC748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GB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80D91-E124-68AE-A4A8-69E40A97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0F981-3A67-1670-0080-60867E29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E262B-86CA-2FAD-5A13-C0D0145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742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1717-4A57-9943-0822-33FEB087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3DB4E-3680-5829-B14A-719EE01A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53FA3-B878-7289-8CD4-2CECB6E9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34715-4F98-1EBC-7971-8918F4B4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25E8E-0467-019A-F6AF-C4D1C712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545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B7636-7E6F-3CB4-9201-85C0A9AC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FFD26-9F24-AE8A-0699-6446A6794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3B6D7-E069-AEDF-C755-77A81F76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C724-365B-28C3-4687-2826708A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17A69-B75F-CD15-37D3-E48ED39D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02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339D-B133-94AB-D6A9-E903676D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D316-8E95-E8C4-5F05-9B49697A1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EE784-9796-F0CF-D8B1-A2409C3D8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BE88D-3CEB-8F30-3D92-B3505405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2CF8C-2ACB-E91B-ADC1-97159CD9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ADF03-409E-EF03-E832-A733F118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496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7BA0-E935-1429-302B-027643E9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54FC2-C1B1-E823-90CF-05218378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D548-F47C-4110-CD0B-8A6D83E92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6A4C5-ABE8-A0B9-C592-EBBA6AC98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851C0-BD66-F799-4074-0102DB5CB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637D2-3C9B-9FE2-0C44-A1123509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7B736-2639-273C-6555-85AACC53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5163DE-563E-21FC-3825-0FD42EDD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23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7886-FC41-A1FE-573F-74BFE3CC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30110-B292-25A0-0A94-8F9E6EEF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0C51-6776-F7CE-5EC4-E8E48A78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2C839-BB46-6540-D7E3-BD6C3DAB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807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9EC14-B025-A57B-0D77-E144BF78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6BAF4-C043-9085-5BF9-07B602F4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38B41-94F8-C7E8-82AC-28A093E3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19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F851-F663-EA6E-351D-0FD74368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12BC7-9F63-C9FA-05FB-7BB0DF40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8E845-78BD-25A4-01EC-2A6EFBF31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DCAB7-8724-AB70-B0BB-E3F645C0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A4D6D-52D5-78F8-04DA-7C0A1692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9468-FDB2-F6EA-04FF-303D11E2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978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CD0F-EEB2-832F-0012-EA81DD88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F7242-EAB4-45E8-45BB-91CAC8DC8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C32D1-E60E-3128-DE1A-6A995E565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6C06-498C-B42F-96FA-16754FF7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FD4C3-5D14-78D8-5ADD-09295F19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A3E52-F100-296F-F269-EF80D605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48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2C91-85A9-B59E-2300-8BE6EE70B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23DF8-6B1F-734E-B8F6-4425EE314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D91F2-A557-C7DA-AA17-7FD4596F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AF8B4-698D-4FC7-0CD1-3D66DC2F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B206A-8CAC-73AA-B5C6-6FA2D84F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480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E0442A-CF40-6A0D-DAE6-D6E1AA744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A5D08-403A-0384-9FE9-A71E8F82E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608A3-C104-B84E-8DFF-6BB0AB0B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72D16-C28B-3A44-2F96-01B8998A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D5B2-EEDE-1A5C-DFBF-DA020603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492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2E856-8D37-8CB6-4C2A-AD341DAC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GB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43AF7-EDD3-F3BA-7BC8-F2B05AA6F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GB" altLang="zh-CN"/>
              <a:t>Click to edit Master text styles</a:t>
            </a:r>
          </a:p>
          <a:p>
            <a:pPr lvl="1"/>
            <a:r>
              <a:rPr kumimoji="1" lang="en-GB" altLang="zh-CN"/>
              <a:t>Second level</a:t>
            </a:r>
          </a:p>
          <a:p>
            <a:pPr lvl="2"/>
            <a:r>
              <a:rPr kumimoji="1" lang="en-GB" altLang="zh-CN"/>
              <a:t>Third level</a:t>
            </a:r>
          </a:p>
          <a:p>
            <a:pPr lvl="3"/>
            <a:r>
              <a:rPr kumimoji="1" lang="en-GB" altLang="zh-CN"/>
              <a:t>Fourth level</a:t>
            </a:r>
          </a:p>
          <a:p>
            <a:pPr lvl="4"/>
            <a:r>
              <a:rPr kumimoji="1" lang="en-GB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15D50-748B-DCFE-9223-EFD619525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4E4BF-5EF8-4349-861C-7AF78220BFD6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09C9-3D88-AEA2-586C-B62F3F086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0A0A8-2CE3-7A19-0074-32C73D636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6C3A7-9140-8D42-A6F4-E663D57BD5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3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E9D4-C8E7-30E4-7352-441C29120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83401-6FCA-4D9F-C97C-EB296AF008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906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liu</dc:creator>
  <cp:lastModifiedBy>ye liu</cp:lastModifiedBy>
  <cp:revision>1</cp:revision>
  <dcterms:created xsi:type="dcterms:W3CDTF">2026-07-14T08:44:41Z</dcterms:created>
  <dcterms:modified xsi:type="dcterms:W3CDTF">2026-07-14T08:45:21Z</dcterms:modified>
</cp:coreProperties>
</file>